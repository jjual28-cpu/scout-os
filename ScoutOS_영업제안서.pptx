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Scout OS 영업 제안서. 한 줄 가치제안: AI가 찾고 거르고 연락까지.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정의: 시간·헛수고·노이즈·누락. 수작업 발굴의 4가지 고통.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솔루션 한 줄: 단순 키워드 검색이 아니라 AI 판별. 6단계 원스톱 흐름.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직원: 상품→AI 키워드→자동검색. 여러 키워드 동시. 공구셀러 기본.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목적 3택. 셀럽=홍보받기, 공구=팔아주기, 브랜드=업체. 목적별 판정 정반대.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차별화: 공구 셀러를 해시태그 아닌 소개글 패턴(날짜 공구일정·주문신호)으로 발굴. 지역샵 제외.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멀티플랫폼: 인스타/틱톡/유튜브 통합. 한국/해외 구분. 동일 카드·필터.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정밀 필터 8종 + 옵션 비주얼 판정. 이게 단순 키워드 검색과의 결정적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브랜드 태그 검색: 이미 협찬 경험 있는 셀럽 발굴, 적중률 높음.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아웃리치: DM 템플릿(변수+AI슬롯), 발송 버튼, 답장 인박스+AI초안, 상태관리.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연동·관리: 카페24 임포트, 캠페인, CRM, 리포트. 실서비스 완비.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요금제: 베이직 19,800 월100 / 프로 39,800 월300. 무료 없이 베이직부터. 연간 2개월 무료.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로드맵: 출시완료 / 진행중 / 예정. 지속 성장.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CTA: 지금 시작하기. scout-os-seven.vercel.app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4A2C8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7863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 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찾고, 거르고, 연락까지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41248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셀럽·공구 셀러 발굴부터 협업 성과까지, 한 화면에서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 마케팅 · 공동구매 셀러 발굴 올인원 CRM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셀럽·공구 셀러 찾기, 지금은 이렇게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4F1FC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67128"/>
            <a:ext cx="566928" cy="566928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66090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해시태그를 손으로 뒤지고 프로필을 하나하나 열어 확인 — 수십 명 검토에 반나절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4F1FC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167128"/>
            <a:ext cx="566928" cy="566928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헛수고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23760" y="266090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팔로워는 많아 보여도 가짜·죽은 계정. 협찬 보내도 반응이 없음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4F1FC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315968"/>
            <a:ext cx="566928" cy="566928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334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480974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검색하면 업체·판매자·지역 시술샵이 잔뜩 섞여 진짜 셀럽이 안 보임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4F1FC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315968"/>
            <a:ext cx="566928" cy="566928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334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23760" y="480974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어렵게 찾아도 DM·답장·성과가 흩어져 관리 — 연락 놓치고 중복 발송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2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 OS는 </a:t>
            </a:r>
            <a:pPr indent="0" marL="0">
              <a:buNone/>
            </a:pPr>
            <a:r>
              <a:rPr lang="en-US" sz="3300" b="1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키워드 검색이 아닙니다.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2514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판매자·가짜·죽은 계정을 걸러내고, 진짜 영향력을 판단해 협업할 사람만 골라줍니다.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등록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957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발굴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245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805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필터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533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발송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821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381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답장 관리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10928" y="38404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966960" y="38404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76688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6696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리포트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발굴 → 연락 → 답장 → 성과까지, 흩어진 도구 없이 하나의 흐름으로.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01 · AI 직원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직원 — 상품만 고르면, 알아서 찾아옵니다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55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355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6501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6684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6867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0" y="1901952"/>
            <a:ext cx="42793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874520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29400" y="2139696"/>
            <a:ext cx="4645152" cy="398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［ 스카우트 OS 실제 화면 ］
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 직원" 화면: 상품 선택 → AI가 어울리는 셀럽 찾기 버튼
</a:t>
            </a:r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실제 로그인 화면을 캡처해 넣으세요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 한 번이면 끝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카테고리·USP·타겟을 AI가 읽고, 어울리는 검색 키워드를 스스로 뽑아 검색까지 자동 실행합니다.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키워드를 한 번에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뽑은 상위 키워드 5개를 한 검색에서 동시에 훑어, 놓치는 셀럽 없이 다양하게 수집합니다.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셀러 대상 자동 검색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검색은 그 상품을 공동구매로 팔아줄 셀러를 기본으로 찾습니다. (설정 불필요)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초보자도 3초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용어·필터 지식 없이 버튼 하나로. 결과는 바로 캠페인으로 저장됩니다.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02 · 검색 목적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찾을지, 목적부터 고릅니다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901952"/>
            <a:ext cx="42793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874520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139696"/>
            <a:ext cx="4645152" cy="398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［ 스카우트 OS 실제 화면 ］
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상단의 큰 3택 카드: 셀럽 찾기 / 공구전문 / 브랜드 찾기
</a:t>
            </a:r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실제 로그인 화면을 캡처해 넣으세요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찾기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제품을 협찬하고 리뷰·콘텐츠를 받을 크리에이터. 판매자 계정은 자동 제외됩니다.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공구전문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상품을 자기 팔로워에게 대신 팔아줄 공동구매 셀러. 판매 계정을 오히려 찾아냅니다.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찾기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분야의 브랜드·업체 공식 계정 자체를 발굴할 때.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목적이 검색의 전부를 바꿉니다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"바디워시"라도 목적에 따라 AI 판정 기준과 걸러내는 대상이 정반대로 작동합니다.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03 · 차별화 포인트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셀러를 "소개글"로 찾아냅니다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4297680"/>
          </a:xfrm>
          <a:prstGeom prst="roundRect">
            <a:avLst>
              <a:gd name="adj" fmla="val 2128"/>
            </a:avLst>
          </a:prstGeom>
          <a:solidFill>
            <a:srgbClr val="3A2170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셀러는 #공동구매 해시태그를 잘 안 씁니다.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프로필 소개글에 이렇게 씁니다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4645152" cy="1371600"/>
          </a:xfrm>
          <a:prstGeom prst="roundRect">
            <a:avLst>
              <a:gd name="adj" fmla="val 5333"/>
            </a:avLst>
          </a:prstGeom>
          <a:solidFill>
            <a:srgbClr val="4A2C8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204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7/10~17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바디워시 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7/18~21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립밤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→ 프로필 링크 · 오픈카톡 문의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 OS는 이 패턴을 감지합니다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공구 일정 자동 인식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"M/D~D 제품명"이 소개글에 2개 이상이면 판매 캘린더로 판단합니다.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판매·주문 신호 감지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공구·공동구매·오픈카톡·주문서·주문폼·스마트스토어·재오픈·마감임박 등 실제 셀러의 언어를 읽습니다.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시술샵은 걸러냄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눈썹문신·피부관리·에스테틱 같은 로컬 매장은 공구 셀러가 아니므로 제외합니다.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경쟁사가 흉내 내기 어려운 방식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해시태그가 아닌 프로필 맥락 판별 — 진짜 공구 셀러만 정밀 발굴합니다.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04 · 멀티플랫폼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 · 틱톡 · 유튜브를 한 곳에서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901952"/>
            <a:ext cx="42793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874520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139696"/>
            <a:ext cx="4645152" cy="398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［ 스카우트 OS 실제 화면 ］
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 아래 플랫폼 토글: Instagram / TikTok / YouTube
</a:t>
            </a:r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실제 로그인 화면을 캡처해 넣으세요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플랫폼 통합 검색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인스타그램, 틱톡, 유튜브를 같은 화면·같은 흐름으로 검색합니다. 플랫폼별 도구를 따로 쓸 필요가 없습니다.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플랫폼마다 최적화된 수집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틱톡은 해시태그 영상 작성자, 유튜브는 키워드 채널을 수집해 크리에이터로 정규화합니다.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한국/해외 자동 구분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결과(특히 틱톡)에서 한글을 감지해 한국·해외 셀럽을 나눠 보여줍니다.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동일한 카드·필터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플랫폼이든 참여율·이메일·규모 필터가 똑같이 적용됩니다.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05 · 정밀 필터링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"진짜 협업할 사람"만 남기는 8단 필터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76272"/>
            <a:ext cx="457200" cy="45720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판매자·업체 제거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9536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제품명이 박힌 판매 계정·브랜드 공식계정을 걸러냅니다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01568" y="19202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176272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1024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시술샵 제외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21024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눈썹문신·피부관리 등 로컬 매장을 자동 제외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9202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088" y="2176272"/>
            <a:ext cx="457200" cy="457200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팔로워 플래그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82512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대비 반응이 비정상인 계정을 표시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24544" y="19202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0576" y="217627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180576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706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참여율로 진짜 영향력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0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대비 좋아요·댓글로 실제 영향력 판단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4142232"/>
            <a:ext cx="457200" cy="457200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죽은 계정 자동 제외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9536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참여율이 바닥인 유령 계정을 기본 숨김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01568" y="3886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4142232"/>
            <a:ext cx="457200" cy="45720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21024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한국/해외 구분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21024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감지로 원하는 국적만 선택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3886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9088" y="4142232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82512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 규모 지정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82512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나노·마이크로·미들·매크로를 골고루 섞어 수집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24544" y="3886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4F1FC"/>
          </a:solidFill>
          <a:ln/>
        </p:spPr>
      </p:sp>
      <p:sp>
        <p:nvSpPr>
          <p:cNvPr id="40" name="Shape 38"/>
          <p:cNvSpPr/>
          <p:nvPr/>
        </p:nvSpPr>
        <p:spPr>
          <a:xfrm>
            <a:off x="9180576" y="41422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9180576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44000" y="4672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자동 추출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44000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소개글에서 협업 연락 채널(메일)을 뽑아줌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옵션: 비주얼(이미지) AI 판정 — 제품에 맞는 시각 조건으로 프로필·게시물 사진까지 점수화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06 · 경쟁사 태그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브랜드를 홍보해 본 셀럽만 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901952"/>
            <a:ext cx="42793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874520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139696"/>
            <a:ext cx="4645152" cy="398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［ 스카우트 OS 실제 화면 ］
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"경쟁 브랜드로 셀럽 찾기" 입력창 + 결과 카드
</a:t>
            </a:r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실제 로그인 화면을 캡처해 넣으세요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 높은 발굴 방식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브랜드의 인스타 아이디를 넣으면, 그 브랜드를 태그(홍보)해 본 셀럽을 찾아줍니다.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협찬 경험이 있는 계정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협업을 해본 셀럽이라 제안 수락률이 높습니다. 콜드 아웃리치보다 훨씬 효율적입니다.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상품에 경쟁사 저장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상품마다 경쟁 브랜드 계정을 저장해두면 원클릭으로 반복 검색할 수 있습니다.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 없는 안내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"경쟁사를 찾는 게 아니라, 경쟁사를 홍보한 셀럽을 찾는 것"임을 화면에서 명확히 안내합니다.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07 · 아웃리치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다음이 진짜 — DM부터 답장까지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55080" y="1828800"/>
            <a:ext cx="51937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BE5FA"/>
            </a:solidFill>
            <a:prstDash val="solid"/>
          </a:ln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828800"/>
            <a:ext cx="5193792" cy="310896"/>
          </a:xfrm>
          <a:prstGeom prst="roundRect">
            <a:avLst>
              <a:gd name="adj" fmla="val 23529"/>
            </a:avLst>
          </a:prstGeom>
          <a:solidFill>
            <a:srgbClr val="F0ECF9"/>
          </a:solidFill>
          <a:ln/>
        </p:spPr>
      </p:sp>
      <p:sp>
        <p:nvSpPr>
          <p:cNvPr id="6" name="Shape 4"/>
          <p:cNvSpPr/>
          <p:nvPr/>
        </p:nvSpPr>
        <p:spPr>
          <a:xfrm>
            <a:off x="6355080" y="1984248"/>
            <a:ext cx="5193792" cy="155448"/>
          </a:xfrm>
          <a:prstGeom prst="rect">
            <a:avLst/>
          </a:prstGeom>
          <a:solidFill>
            <a:srgbClr val="F0ECF9"/>
          </a:solidFill>
          <a:ln/>
        </p:spPr>
      </p:sp>
      <p:sp>
        <p:nvSpPr>
          <p:cNvPr id="7" name="Shape 5"/>
          <p:cNvSpPr/>
          <p:nvPr/>
        </p:nvSpPr>
        <p:spPr>
          <a:xfrm>
            <a:off x="6501384" y="1938528"/>
            <a:ext cx="100584" cy="100584"/>
          </a:xfrm>
          <a:prstGeom prst="ellipse">
            <a:avLst/>
          </a:prstGeom>
          <a:solidFill>
            <a:srgbClr val="E6446B"/>
          </a:solidFill>
          <a:ln/>
        </p:spPr>
      </p:sp>
      <p:sp>
        <p:nvSpPr>
          <p:cNvPr id="8" name="Shape 6"/>
          <p:cNvSpPr/>
          <p:nvPr/>
        </p:nvSpPr>
        <p:spPr>
          <a:xfrm>
            <a:off x="6684264" y="1938528"/>
            <a:ext cx="100584" cy="100584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9" name="Shape 7"/>
          <p:cNvSpPr/>
          <p:nvPr/>
        </p:nvSpPr>
        <p:spPr>
          <a:xfrm>
            <a:off x="6867144" y="19385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0" y="1901952"/>
            <a:ext cx="42793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874520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29400" y="2139696"/>
            <a:ext cx="4645152" cy="398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［ 스카우트 OS 실제 화면 ］
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생성 화면(나만의 템플릿) + 받은 답장 인박스
</a:t>
            </a:r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실제 로그인 화면을 캡처해 넣으세요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5166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DM 스타일 템플릿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문구 + {셀럽}/{상품}/{브랜드} 변수 + [[ai: 지시]] 자동 채움 슬롯으로, 내 톤 그대로 대량 초안을 만듭니다.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보내기 버튼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+ 셀럽 DM 창 열기 + 연락함 표시를 한 번에. 누구에게 보냈는지 놓치지 않습니다.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답장 어드민 수집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답장을 어드민에서 모아 보고, AI가 답장 초안까지 써줍니다. (일부 기능 준비 중)</a:t>
            </a:r>
            <a:endParaRPr lang="en-US" sz="1450" dirty="0"/>
          </a:p>
          <a:p>
            <a:pPr marL="203200" indent="-203200">
              <a:lnSpc>
                <a:spcPct val="106000"/>
              </a:lnSpc>
              <a:spcBef>
                <a:spcPts val="1100"/>
              </a:spcBef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연락·후속 상태 관리</a:t>
            </a:r>
            <a:endParaRPr lang="en-US" sz="1450" dirty="0"/>
          </a:p>
          <a:p>
            <a:pPr lvl="1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연락예정·연락완료·후속예정을 카드에서 바로 관리해 중복·누락을 막습니다.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08 · 연동 &amp; 관리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연동부터 성과 관리까지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1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93976"/>
            <a:ext cx="493776" cy="493776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93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카페24 상품 자동 임포트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1993392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쇼핑몰을 연결하면 등록 상품을 골라서 자동으로 불러옵니다. AI가 상품 정보도 자동으로 채워줍니다.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1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72968"/>
            <a:ext cx="493776" cy="49377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72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072384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관리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3072384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캠페인으로 저장하고, 진행 현황을 한눈에 추적합니다.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1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151376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관리(CRM)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4151376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저장한 셀럽의 연락·협업 단계를 파이프라인으로 관리합니다.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11496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1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330952"/>
            <a:ext cx="493776" cy="493776"/>
          </a:xfrm>
          <a:prstGeom prst="ellipse">
            <a:avLst/>
          </a:prstGeom>
          <a:solidFill>
            <a:srgbClr val="E8912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30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230368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리포트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5230368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 기반으로 발굴·연락·협업 성과를 집계해 보여줍니다.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3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로그인·회원가입·요금제까지 완비된 실서비스 (모바일 대응). 스마트스토어 연동은 로드맵.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체험 없이, 바로 실전 — 모든 플랜에 전체 기능이 포함됩니다.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9164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F4F1FC"/>
          </a:solidFill>
          <a:ln w="12700">
            <a:solidFill>
              <a:srgbClr val="EBE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1031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개인·소규모 셀러에게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0312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A2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19,800원</a:t>
            </a:r>
            <a:pPr indent="0" marL="0">
              <a:buNone/>
            </a:pPr>
            <a:r>
              <a:rPr lang="en-US" sz="1400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/월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2103120" y="4114800"/>
            <a:ext cx="3474720" cy="0"/>
          </a:xfrm>
          <a:prstGeom prst="line">
            <a:avLst/>
          </a:prstGeom>
          <a:noFill/>
          <a:ln w="12700">
            <a:solidFill>
              <a:srgbClr val="EBE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429768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100회 검색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멀티플랫폼(인스타·틱톡·유튜브)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필터 8종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템플릿·발송·인박스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3A2170"/>
          </a:solidFill>
          <a:ln/>
          <a:effectLst>
            <a:outerShdw sx="100000" sy="100000" kx="0" ky="0" algn="bl" rotWithShape="0" blurRad="127000" dist="38100" dir="5400000">
              <a:srgbClr val="3A217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509760" y="23774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0" y="23774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72084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본격 공구·에이전시에게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39,800원</a:t>
            </a:r>
            <a:pPr indent="0" marL="0">
              <a:buNone/>
            </a:pPr>
            <a:r>
              <a:rPr lang="en-US" sz="1400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/월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720840" y="4114800"/>
            <a:ext cx="3474720" cy="0"/>
          </a:xfrm>
          <a:prstGeom prst="line">
            <a:avLst/>
          </a:prstGeom>
          <a:noFill/>
          <a:ln w="12700">
            <a:solidFill>
              <a:srgbClr val="4A2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29768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300회 검색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베이직 전체 기능 포함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발굴·다계정 운영에 최적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E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지원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7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결제 시 2개월 무료 · 팀·대량 운영은 별도 문의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1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완료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멀티플랫폼(인스타·틱톡·유튜브)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공구전문 검색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필터 8종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카페24 임포트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1FC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2402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E8912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92608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답장 인박스 실연동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셀럽 일괄 DM 자동 초안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품질 지속 튜닝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1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2402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5B3FBF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 상품 연동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분석 고도화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1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 기능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2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029200" cy="5029200"/>
          </a:xfrm>
          <a:prstGeom prst="ellipse">
            <a:avLst/>
          </a:prstGeom>
          <a:solidFill>
            <a:srgbClr val="5B3FB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진짜 협업할 셀럽만 만나보세요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C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발굴부터 성과까지, Scout OS 하나로.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41248" y="4526280"/>
            <a:ext cx="4114800" cy="777240"/>
          </a:xfrm>
          <a:prstGeom prst="roundRect">
            <a:avLst>
              <a:gd name="adj" fmla="val 49412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4526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시작하기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B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scout-os-seven.vercel.app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2026-07-20T15:20:41Z</dcterms:created>
  <dcterms:modified xsi:type="dcterms:W3CDTF">2026-07-20T15:20:41Z</dcterms:modified>
</cp:coreProperties>
</file>